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512" r:id="rId1"/>
    <p:sldId id="900" r:id="rId2"/>
    <p:sldId id="300" r:id="rId3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Relationships xmlns="http://schemas.openxmlformats.org/package/2006/relationships"><Relationship Id="rExternal" Type="http://schemas.openxmlformats.org/officeDocument/2006/relationships/hyperlink" Target="https://example.invalid/never-fetch" TargetMode="External"/></Relationships>
</file>

<file path=ppt/slides/_rels/slide2.xml.rels><Relationships xmlns="http://schemas.openxmlformats.org/package/2006/relationships"><Relationship Id="rExternal" Type="http://schemas.openxmlformats.org/officeDocument/2006/relationships/hyperlink" Target="https://example.invalid/never-fetch" TargetMode="External"/></Relationships>
</file>

<file path=ppt/slides/_rels/slide3.xml.rels><Relationships xmlns="http://schemas.openxmlformats.org/package/2006/relationships"><Relationship Id="rExternal" Type="http://schemas.openxmlformats.org/officeDocument/2006/relationships/hyperlink" Target="https://example.invalid/never-fetch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71500"/>
            <a:ext cx="8001000" cy="1143000"/>
          </a:xfrm>
          <a:prstGeom prst="rect">
            <a:avLst/>
          </a:prstGeom>
          <a:solidFill>
            <a:srgbClr val="3366CC"/>
          </a:solidFill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hlinkClick r:id="rExternal"/>
              </a:rPr>
              <a:t>SLIDE_PREVIEW_01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71500"/>
            <a:ext cx="8001000" cy="1143000"/>
          </a:xfrm>
          <a:prstGeom prst="rect">
            <a:avLst/>
          </a:prstGeom>
          <a:solidFill>
            <a:srgbClr val="22AA88"/>
          </a:solidFill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hlinkClick r:id="rExternal"/>
              </a:rPr>
              <a:t>SLIDE_PREVIEW_02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71500"/>
            <a:ext cx="8001000" cy="1143000"/>
          </a:xfrm>
          <a:prstGeom prst="rect">
            <a:avLst/>
          </a:prstGeom>
          <a:solidFill>
            <a:srgbClr val="DD7722"/>
          </a:solidFill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hlinkClick r:id="rExternal"/>
              </a:rPr>
              <a:t>SLIDE_PREVIEW_03</a:t>
            </a:r>
          </a:p>
        </p:txBody>
      </p:sp>
    </p:spTree>
  </p:cSld>
</p:sld>
</file>